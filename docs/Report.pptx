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5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5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4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56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08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6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7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60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03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9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36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57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93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6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2BD8CEA-DCFA-4EBE-B647-D138539F2DBD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A210DBA-E51D-450D-ADBA-CE4CBF855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44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98A7-9A47-4E8A-90AB-AB3D10906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EduOS</a:t>
            </a:r>
            <a:r>
              <a:rPr lang="en-US" dirty="0"/>
              <a:t> operating system simulator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B2646-739D-4AE1-94BE-4780AEADF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Module: 351 CS 2104</a:t>
            </a:r>
          </a:p>
          <a:p>
            <a:r>
              <a:rPr lang="en-US" dirty="0"/>
              <a:t>Semester:3</a:t>
            </a:r>
          </a:p>
          <a:p>
            <a:r>
              <a:rPr lang="en-US" dirty="0"/>
              <a:t>Student Name: Maggie </a:t>
            </a:r>
            <a:r>
              <a:rPr lang="en-US" dirty="0" err="1"/>
              <a:t>Saidi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59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E8C47-8BBF-486E-9CDD-7A8BAA38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5A6F1-3F33-4026-AA06-D650E91EA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 err="1"/>
              <a:t>EduOS</a:t>
            </a:r>
            <a:r>
              <a:rPr lang="en-US" sz="1400" dirty="0"/>
              <a:t> is a multi-component operating system simulator </a:t>
            </a:r>
          </a:p>
          <a:p>
            <a:r>
              <a:rPr lang="en-US" sz="1400" dirty="0"/>
              <a:t>built using C and Python. The simulator demonstrates </a:t>
            </a:r>
          </a:p>
          <a:p>
            <a:r>
              <a:rPr lang="en-US" sz="1400" dirty="0"/>
              <a:t>core OS concepts including process management, thread </a:t>
            </a:r>
          </a:p>
          <a:p>
            <a:r>
              <a:rPr lang="en-US" sz="1400" dirty="0"/>
              <a:t>pooling, </a:t>
            </a:r>
            <a:r>
              <a:rPr lang="en-US" sz="1400" dirty="0" err="1"/>
              <a:t>interprocess</a:t>
            </a:r>
            <a:r>
              <a:rPr lang="en-US" sz="1400" dirty="0"/>
              <a:t> communication, and CPU scheduling.</a:t>
            </a:r>
          </a:p>
          <a:p>
            <a:endParaRPr lang="en-US" sz="1400" dirty="0"/>
          </a:p>
          <a:p>
            <a:r>
              <a:rPr lang="en-US" sz="1400" dirty="0"/>
              <a:t>The C component implements low-level process control </a:t>
            </a:r>
          </a:p>
          <a:p>
            <a:r>
              <a:rPr lang="en-US" sz="1400" dirty="0"/>
              <a:t>blocks, POSIX threads, shared memory IPC, and anonymous </a:t>
            </a:r>
          </a:p>
          <a:p>
            <a:r>
              <a:rPr lang="en-US" sz="1400" dirty="0"/>
              <a:t>pipes. The Python component implements four scheduling </a:t>
            </a:r>
          </a:p>
          <a:p>
            <a:r>
              <a:rPr lang="en-US" sz="1400" dirty="0"/>
              <a:t>algorithms: FCFS, SJF, Priority Scheduling with ageing, </a:t>
            </a:r>
          </a:p>
          <a:p>
            <a:r>
              <a:rPr lang="en-US" sz="1400" dirty="0"/>
              <a:t>and Round Robin.</a:t>
            </a:r>
          </a:p>
          <a:p>
            <a:endParaRPr lang="en-US" sz="1400" dirty="0"/>
          </a:p>
          <a:p>
            <a:r>
              <a:rPr lang="en-US" sz="1400" dirty="0"/>
              <a:t>Key lessons learned include the importance of mutex </a:t>
            </a:r>
          </a:p>
          <a:p>
            <a:r>
              <a:rPr lang="en-US" sz="1400" dirty="0"/>
              <a:t>protection in concurrent programming, the trade-offs </a:t>
            </a:r>
          </a:p>
          <a:p>
            <a:r>
              <a:rPr lang="en-US" sz="1400" dirty="0"/>
              <a:t>between scheduling algorithms, and the differences </a:t>
            </a:r>
          </a:p>
          <a:p>
            <a:r>
              <a:rPr lang="en-US" sz="1400" dirty="0"/>
              <a:t>between low-level C and high-level Python implementations </a:t>
            </a:r>
          </a:p>
          <a:p>
            <a:r>
              <a:rPr lang="en-US" sz="1400" dirty="0"/>
              <a:t>of the same OS concepts.</a:t>
            </a:r>
          </a:p>
        </p:txBody>
      </p:sp>
    </p:spTree>
    <p:extLst>
      <p:ext uri="{BB962C8B-B14F-4D97-AF65-F5344CB8AC3E}">
        <p14:creationId xmlns:p14="http://schemas.microsoft.com/office/powerpoint/2010/main" val="93937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DC7C-B5F9-4BD2-A6B7-05F65A16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DECISIONS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FBC70-324A-4D54-AE39-D3A91A320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1. PCB as a C Struct</a:t>
            </a:r>
          </a:p>
          <a:p>
            <a:r>
              <a:rPr lang="en-US" sz="1400" dirty="0"/>
              <a:t>   - Used typedef struct for PCB to mirror real OS design</a:t>
            </a:r>
          </a:p>
          <a:p>
            <a:r>
              <a:rPr lang="en-US" sz="1400" dirty="0"/>
              <a:t>   - Allows direct memory manipulation and efficient access</a:t>
            </a:r>
          </a:p>
          <a:p>
            <a:r>
              <a:rPr lang="en-US" sz="1400" dirty="0"/>
              <a:t>   - Reference: Linux </a:t>
            </a:r>
            <a:r>
              <a:rPr lang="en-US" sz="1400" dirty="0" err="1"/>
              <a:t>task_struct</a:t>
            </a:r>
            <a:r>
              <a:rPr lang="en-US" sz="1400" dirty="0"/>
              <a:t> design</a:t>
            </a:r>
          </a:p>
          <a:p>
            <a:endParaRPr lang="en-US" sz="1400" dirty="0"/>
          </a:p>
          <a:p>
            <a:r>
              <a:rPr lang="en-US" sz="1400" dirty="0"/>
              <a:t>2. POSIX Shared Memory for IPC</a:t>
            </a:r>
          </a:p>
          <a:p>
            <a:r>
              <a:rPr lang="en-US" sz="1400" dirty="0"/>
              <a:t>   - Chosen over message queues for speed and simplicity</a:t>
            </a:r>
          </a:p>
          <a:p>
            <a:r>
              <a:rPr lang="en-US" sz="1400" dirty="0"/>
              <a:t>   - Direct memory access between processes</a:t>
            </a:r>
          </a:p>
          <a:p>
            <a:r>
              <a:rPr lang="en-US" sz="1400" dirty="0"/>
              <a:t>   - Access control via </a:t>
            </a:r>
            <a:r>
              <a:rPr lang="en-US" sz="1400" dirty="0" err="1"/>
              <a:t>owner_id</a:t>
            </a:r>
            <a:r>
              <a:rPr lang="en-US" sz="1400" dirty="0"/>
              <a:t> field mirrors OS protection rings</a:t>
            </a:r>
          </a:p>
          <a:p>
            <a:endParaRPr lang="en-US" sz="1400" dirty="0"/>
          </a:p>
          <a:p>
            <a:r>
              <a:rPr lang="en-US" sz="1400" dirty="0"/>
              <a:t>3. Mutex Protection for Thread Safety</a:t>
            </a:r>
          </a:p>
          <a:p>
            <a:r>
              <a:rPr lang="en-US" sz="1400" dirty="0"/>
              <a:t>   - </a:t>
            </a:r>
            <a:r>
              <a:rPr lang="en-US" sz="1400" dirty="0" err="1"/>
              <a:t>pthread_mutex_t</a:t>
            </a:r>
            <a:r>
              <a:rPr lang="en-US" sz="1400" dirty="0"/>
              <a:t> prevents race conditions</a:t>
            </a:r>
          </a:p>
          <a:p>
            <a:r>
              <a:rPr lang="en-US" sz="1400" dirty="0"/>
              <a:t>   - Demonstrated with/without mutex showing non-deterministic results</a:t>
            </a:r>
          </a:p>
          <a:p>
            <a:r>
              <a:rPr lang="en-US" sz="1400" dirty="0"/>
              <a:t>   - Semaphore added for producer-consumer synchronization</a:t>
            </a:r>
          </a:p>
          <a:p>
            <a:endParaRPr lang="en-US" sz="1400" dirty="0"/>
          </a:p>
          <a:p>
            <a:r>
              <a:rPr lang="en-US" sz="1400" dirty="0"/>
              <a:t>4. Python for Scheduling Simulation</a:t>
            </a:r>
          </a:p>
          <a:p>
            <a:r>
              <a:rPr lang="en-US" sz="1400" dirty="0"/>
              <a:t>   - Higher abstraction level allows rapid algorithm implementation</a:t>
            </a:r>
          </a:p>
          <a:p>
            <a:r>
              <a:rPr lang="en-US" sz="1400" dirty="0"/>
              <a:t>   - Easy visualization with matplotlib</a:t>
            </a:r>
          </a:p>
          <a:p>
            <a:r>
              <a:rPr lang="en-US" sz="1400" dirty="0"/>
              <a:t>   - JSON bridge connects C and Python components</a:t>
            </a:r>
          </a:p>
        </p:txBody>
      </p:sp>
    </p:spTree>
    <p:extLst>
      <p:ext uri="{BB962C8B-B14F-4D97-AF65-F5344CB8AC3E}">
        <p14:creationId xmlns:p14="http://schemas.microsoft.com/office/powerpoint/2010/main" val="316013433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2ABE-F122-4815-A656-C9CA1147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MAPPING TABLE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6094343-386D-4694-9510-EED6C8648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165273"/>
              </p:ext>
            </p:extLst>
          </p:nvPr>
        </p:nvGraphicFramePr>
        <p:xfrm>
          <a:off x="1045029" y="1799500"/>
          <a:ext cx="9862883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8385">
                  <a:extLst>
                    <a:ext uri="{9D8B030D-6E8A-4147-A177-3AD203B41FA5}">
                      <a16:colId xmlns:a16="http://schemas.microsoft.com/office/drawing/2014/main" val="3572115451"/>
                    </a:ext>
                  </a:extLst>
                </a:gridCol>
                <a:gridCol w="4039299">
                  <a:extLst>
                    <a:ext uri="{9D8B030D-6E8A-4147-A177-3AD203B41FA5}">
                      <a16:colId xmlns:a16="http://schemas.microsoft.com/office/drawing/2014/main" val="426866331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52466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</a:t>
                      </a:r>
                      <a:r>
                        <a:rPr lang="en-US" dirty="0" err="1"/>
                        <a:t>EduOS</a:t>
                      </a:r>
                      <a:r>
                        <a:rPr lang="en-US" dirty="0"/>
                        <a:t> Implement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086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Process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PCP struct, </a:t>
                      </a:r>
                      <a:r>
                        <a:rPr lang="en-US" dirty="0" err="1"/>
                        <a:t>edu_fork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edu_exec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edu_exit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Process_manager.c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884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FCFS, SJF, Priority, Round Robin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Schedular_sim.py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005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Thread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POSIX </a:t>
                      </a:r>
                      <a:r>
                        <a:rPr lang="en-US" dirty="0" err="1"/>
                        <a:t>pthreads</a:t>
                      </a:r>
                      <a:r>
                        <a:rPr lang="en-US" dirty="0"/>
                        <a:t>, thread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Thread_manager.c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515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memory, anonymous pipes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Ipc_module.c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3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Race 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Counter demo </a:t>
                      </a:r>
                      <a:r>
                        <a:rPr lang="en-US" dirty="0" err="1"/>
                        <a:t>wuth</a:t>
                      </a:r>
                      <a:r>
                        <a:rPr lang="en-US" dirty="0"/>
                        <a:t>/without mutex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Thread_manager.c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13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Vaigrind</a:t>
                      </a:r>
                      <a:r>
                        <a:rPr lang="en-US" dirty="0"/>
                        <a:t> memory check, dynamic </a:t>
                      </a:r>
                      <a:r>
                        <a:rPr lang="en-US" dirty="0" err="1"/>
                        <a:t>alloc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Process_manager.c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832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System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Edu-fork, maps to fork(),</a:t>
                      </a:r>
                      <a:r>
                        <a:rPr lang="en-US" dirty="0" err="1"/>
                        <a:t>edu_execve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Main_sim.c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7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763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6A180-F560-44C9-A190-032289AB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RESULTS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F8D01-8391-4FF8-AC4A-9F076E960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Algorithms Tested on 8 processes (seed=42):</a:t>
            </a:r>
          </a:p>
          <a:p>
            <a:endParaRPr lang="en-US" sz="1400" dirty="0"/>
          </a:p>
          <a:p>
            <a:r>
              <a:rPr lang="en-US" sz="1400" dirty="0"/>
              <a:t>FCFS (First Come First Served)</a:t>
            </a:r>
          </a:p>
          <a:p>
            <a:r>
              <a:rPr lang="en-US" sz="1400" dirty="0"/>
              <a:t>- Simple but can cause convoy effect</a:t>
            </a:r>
          </a:p>
          <a:p>
            <a:r>
              <a:rPr lang="en-US" sz="1400" dirty="0"/>
              <a:t>- Higher average waiting time for long processes</a:t>
            </a:r>
          </a:p>
          <a:p>
            <a:endParaRPr lang="en-US" sz="1400" dirty="0"/>
          </a:p>
          <a:p>
            <a:r>
              <a:rPr lang="en-US" sz="1400" dirty="0"/>
              <a:t>SJF (Shortest Job First)</a:t>
            </a:r>
          </a:p>
          <a:p>
            <a:r>
              <a:rPr lang="en-US" sz="1400" dirty="0"/>
              <a:t>- Lowest average waiting time</a:t>
            </a:r>
          </a:p>
          <a:p>
            <a:r>
              <a:rPr lang="en-US" sz="1400" dirty="0"/>
              <a:t>- Optimal for non-preemptive scheduling</a:t>
            </a:r>
          </a:p>
          <a:p>
            <a:r>
              <a:rPr lang="en-US" sz="1400" dirty="0"/>
              <a:t>- Requires knowing burst time in advance</a:t>
            </a:r>
          </a:p>
          <a:p>
            <a:endParaRPr lang="en-US" sz="1400" dirty="0"/>
          </a:p>
          <a:p>
            <a:r>
              <a:rPr lang="en-US" sz="1400" dirty="0"/>
              <a:t>Priority Scheduling (with Ageing)</a:t>
            </a:r>
          </a:p>
          <a:p>
            <a:r>
              <a:rPr lang="en-US" sz="1400" dirty="0"/>
              <a:t>- Ageing prevents starvation</a:t>
            </a:r>
          </a:p>
          <a:p>
            <a:r>
              <a:rPr lang="en-US" sz="1400" dirty="0"/>
              <a:t>- Every 3 time units waiting process gains +1 priority</a:t>
            </a:r>
          </a:p>
          <a:p>
            <a:r>
              <a:rPr lang="en-US" sz="1400" dirty="0"/>
              <a:t>- Good for real-time systems</a:t>
            </a:r>
          </a:p>
          <a:p>
            <a:endParaRPr lang="en-US" sz="1400" dirty="0"/>
          </a:p>
          <a:p>
            <a:r>
              <a:rPr lang="en-US" sz="1400" dirty="0"/>
              <a:t>Round Robin (quantum=3)</a:t>
            </a:r>
          </a:p>
          <a:p>
            <a:r>
              <a:rPr lang="en-US" sz="1400" dirty="0"/>
              <a:t>- Best response time for all processes</a:t>
            </a:r>
          </a:p>
          <a:p>
            <a:r>
              <a:rPr lang="en-US" sz="1400" dirty="0"/>
              <a:t>- Higher context switch overhead</a:t>
            </a:r>
          </a:p>
          <a:p>
            <a:r>
              <a:rPr lang="en-US" sz="1400" dirty="0"/>
              <a:t>- Fair CPU distribution</a:t>
            </a:r>
          </a:p>
          <a:p>
            <a:endParaRPr lang="en-US" sz="1400" dirty="0"/>
          </a:p>
          <a:p>
            <a:r>
              <a:rPr lang="en-US" sz="1400" dirty="0"/>
              <a:t>Conclusion: SJF gives lowest average waiting time.</a:t>
            </a:r>
          </a:p>
          <a:p>
            <a:r>
              <a:rPr lang="en-US" sz="1400" dirty="0"/>
              <a:t>Round Robin gives best fairness and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6248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C9F3-91E1-4BC0-BB39-1A01A146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THREADING ISSUES ENCOUTERED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2154-B659-4A7E-989E-50F8728A1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Race Condition Demonstration:</a:t>
            </a:r>
          </a:p>
          <a:p>
            <a:endParaRPr lang="en-US" sz="1400" dirty="0"/>
          </a:p>
          <a:p>
            <a:r>
              <a:rPr lang="en-US" sz="1400" dirty="0"/>
              <a:t>Problem:</a:t>
            </a:r>
          </a:p>
          <a:p>
            <a:r>
              <a:rPr lang="en-US" sz="1400" dirty="0"/>
              <a:t>- 4 threads incrementing shared counter 10,000 times each</a:t>
            </a:r>
          </a:p>
          <a:p>
            <a:r>
              <a:rPr lang="en-US" sz="1400" dirty="0"/>
              <a:t>- Expected result: 40,000</a:t>
            </a:r>
          </a:p>
          <a:p>
            <a:r>
              <a:rPr lang="en-US" sz="1400" dirty="0"/>
              <a:t>- Without mutex: result varies each run (e.g. 31,542, 28,901, 35,211)</a:t>
            </a:r>
          </a:p>
          <a:p>
            <a:r>
              <a:rPr lang="en-US" sz="1400" dirty="0"/>
              <a:t>- Non-deterministic due to concurrent read-modify-write operations</a:t>
            </a:r>
          </a:p>
          <a:p>
            <a:endParaRPr lang="en-US" sz="1400" dirty="0"/>
          </a:p>
          <a:p>
            <a:r>
              <a:rPr lang="en-US" sz="1400" dirty="0"/>
              <a:t>Root Cause:</a:t>
            </a:r>
          </a:p>
          <a:p>
            <a:r>
              <a:rPr lang="en-US" sz="1400" dirty="0"/>
              <a:t>- Thread reads value, another thread reads same value</a:t>
            </a:r>
          </a:p>
          <a:p>
            <a:r>
              <a:rPr lang="en-US" sz="1400" dirty="0"/>
              <a:t>- Both increment and write back same result</a:t>
            </a:r>
          </a:p>
          <a:p>
            <a:r>
              <a:rPr lang="en-US" sz="1400" dirty="0"/>
              <a:t>- One increment is lost</a:t>
            </a:r>
          </a:p>
          <a:p>
            <a:endParaRPr lang="en-US" sz="1400" dirty="0"/>
          </a:p>
          <a:p>
            <a:r>
              <a:rPr lang="en-US" sz="1400" dirty="0"/>
              <a:t>Fix Applied:</a:t>
            </a:r>
          </a:p>
          <a:p>
            <a:r>
              <a:rPr lang="en-US" sz="1400" dirty="0"/>
              <a:t>- </a:t>
            </a:r>
            <a:r>
              <a:rPr lang="en-US" sz="1400" dirty="0" err="1"/>
              <a:t>pthread_mutex_lock</a:t>
            </a:r>
            <a:r>
              <a:rPr lang="en-US" sz="1400" dirty="0"/>
              <a:t>() before increment</a:t>
            </a:r>
          </a:p>
          <a:p>
            <a:r>
              <a:rPr lang="en-US" sz="1400" dirty="0"/>
              <a:t>- </a:t>
            </a:r>
            <a:r>
              <a:rPr lang="en-US" sz="1400" dirty="0" err="1"/>
              <a:t>pthread_mutex_unlock</a:t>
            </a:r>
            <a:r>
              <a:rPr lang="en-US" sz="1400" dirty="0"/>
              <a:t>() after increment</a:t>
            </a:r>
          </a:p>
          <a:p>
            <a:r>
              <a:rPr lang="en-US" sz="1400" dirty="0"/>
              <a:t>- With mutex: result is always exactly 40,000</a:t>
            </a:r>
          </a:p>
          <a:p>
            <a:endParaRPr lang="en-US" sz="1400" dirty="0"/>
          </a:p>
          <a:p>
            <a:r>
              <a:rPr lang="en-US" sz="1400" dirty="0"/>
              <a:t>Deadlock Scenario:</a:t>
            </a:r>
          </a:p>
          <a:p>
            <a:r>
              <a:rPr lang="en-US" sz="1400" dirty="0"/>
              <a:t>- Two mutexes acquired in opposite order causes deadlock</a:t>
            </a:r>
          </a:p>
          <a:p>
            <a:r>
              <a:rPr lang="en-US" sz="1400" dirty="0"/>
              <a:t>- Resolution: consistent lock ordering policy</a:t>
            </a:r>
          </a:p>
          <a:p>
            <a:r>
              <a:rPr lang="en-US" sz="1400" dirty="0"/>
              <a:t>- Always acquire </a:t>
            </a:r>
            <a:r>
              <a:rPr lang="en-US" sz="1400" dirty="0" err="1"/>
              <a:t>mutex_A</a:t>
            </a:r>
            <a:r>
              <a:rPr lang="en-US" sz="1400" dirty="0"/>
              <a:t> before </a:t>
            </a:r>
            <a:r>
              <a:rPr lang="en-US" sz="1400" dirty="0" err="1"/>
              <a:t>mutex_B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56963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39777-51D5-4456-9BE8-F3FD4936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vs PYTHON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C6FEE-D26A-4DDD-A6A9-CFEF32A71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Implementing OS concepts in both C and Python revealed </a:t>
            </a:r>
          </a:p>
          <a:p>
            <a:r>
              <a:rPr lang="en-US" sz="1400" dirty="0"/>
              <a:t>key differences between low-level and high-level programming.</a:t>
            </a:r>
          </a:p>
          <a:p>
            <a:endParaRPr lang="en-US" sz="1400" dirty="0"/>
          </a:p>
          <a:p>
            <a:r>
              <a:rPr lang="en-US" sz="1400" dirty="0"/>
              <a:t>Memory Management:</a:t>
            </a:r>
          </a:p>
          <a:p>
            <a:r>
              <a:rPr lang="en-US" sz="1400" dirty="0"/>
              <a:t>- C requires manual memory allocation and deallocation</a:t>
            </a:r>
          </a:p>
          <a:p>
            <a:r>
              <a:rPr lang="en-US" sz="1400" dirty="0"/>
              <a:t>- Every malloc() needs a corresponding free()</a:t>
            </a:r>
          </a:p>
          <a:p>
            <a:r>
              <a:rPr lang="en-US" sz="1400" dirty="0"/>
              <a:t>- Python handles memory automatically via garbage collection</a:t>
            </a:r>
          </a:p>
          <a:p>
            <a:r>
              <a:rPr lang="en-US" sz="1400" dirty="0"/>
              <a:t>- C gives full control but requires careful management</a:t>
            </a:r>
          </a:p>
          <a:p>
            <a:endParaRPr lang="en-US" sz="1400" dirty="0"/>
          </a:p>
          <a:p>
            <a:r>
              <a:rPr lang="en-US" sz="1400" dirty="0"/>
              <a:t>Data Structures:</a:t>
            </a:r>
          </a:p>
          <a:p>
            <a:r>
              <a:rPr lang="en-US" sz="1400" dirty="0"/>
              <a:t>- C uses structs with fixed memory layout</a:t>
            </a:r>
          </a:p>
          <a:p>
            <a:r>
              <a:rPr lang="en-US" sz="1400" dirty="0"/>
              <a:t>- Python uses dictionaries which are flexible but slower</a:t>
            </a:r>
          </a:p>
          <a:p>
            <a:r>
              <a:rPr lang="en-US" sz="1400" dirty="0"/>
              <a:t>- Implementing a ready queue in C requires pointer manipulation</a:t>
            </a:r>
          </a:p>
          <a:p>
            <a:r>
              <a:rPr lang="en-US" sz="1400" dirty="0"/>
              <a:t>- In Python, a simple list with sort() achieves the same result</a:t>
            </a:r>
          </a:p>
          <a:p>
            <a:endParaRPr lang="en-US" sz="1400" dirty="0"/>
          </a:p>
          <a:p>
            <a:r>
              <a:rPr lang="en-US" sz="1400" dirty="0"/>
              <a:t>Concurrency:</a:t>
            </a:r>
          </a:p>
          <a:p>
            <a:r>
              <a:rPr lang="en-US" sz="1400" dirty="0"/>
              <a:t>- C </a:t>
            </a:r>
            <a:r>
              <a:rPr lang="en-US" sz="1400" dirty="0" err="1"/>
              <a:t>pthreads</a:t>
            </a:r>
            <a:r>
              <a:rPr lang="en-US" sz="1400" dirty="0"/>
              <a:t> require explicit mutex management</a:t>
            </a:r>
          </a:p>
          <a:p>
            <a:r>
              <a:rPr lang="en-US" sz="1400" dirty="0"/>
              <a:t>- Race conditions must be handled manually in C</a:t>
            </a:r>
          </a:p>
          <a:p>
            <a:r>
              <a:rPr lang="en-US" sz="1400" dirty="0"/>
              <a:t>- Python's GIL prevents true parallelism in threads</a:t>
            </a:r>
          </a:p>
          <a:p>
            <a:r>
              <a:rPr lang="en-US" sz="1400" dirty="0"/>
              <a:t>- C threads run truly in parallel on multiple cores</a:t>
            </a:r>
          </a:p>
          <a:p>
            <a:endParaRPr lang="en-US" sz="1400" dirty="0"/>
          </a:p>
          <a:p>
            <a:r>
              <a:rPr lang="en-US" sz="1400" dirty="0"/>
              <a:t>Conclusion:</a:t>
            </a:r>
          </a:p>
          <a:p>
            <a:r>
              <a:rPr lang="en-US" sz="1400" dirty="0"/>
              <a:t>- C is closer to real OS implementation</a:t>
            </a:r>
          </a:p>
          <a:p>
            <a:r>
              <a:rPr lang="en-US" sz="1400" dirty="0"/>
              <a:t>- Python allows faster prototyping and visualization</a:t>
            </a:r>
          </a:p>
          <a:p>
            <a:r>
              <a:rPr lang="en-US" sz="1400" dirty="0"/>
              <a:t>- Both languages complement each other in </a:t>
            </a:r>
            <a:r>
              <a:rPr lang="en-US" sz="1400" dirty="0" err="1"/>
              <a:t>EduOS</a:t>
            </a:r>
            <a:r>
              <a:rPr lang="en-US" sz="1400" dirty="0"/>
              <a:t> design</a:t>
            </a:r>
          </a:p>
          <a:p>
            <a:r>
              <a:rPr lang="en-US" sz="1400" dirty="0"/>
              <a:t>- Understanding both levels deepens OS knowledge significantly</a:t>
            </a:r>
          </a:p>
        </p:txBody>
      </p:sp>
    </p:spTree>
    <p:extLst>
      <p:ext uri="{BB962C8B-B14F-4D97-AF65-F5344CB8AC3E}">
        <p14:creationId xmlns:p14="http://schemas.microsoft.com/office/powerpoint/2010/main" val="162851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B8160-DBCA-49D8-A6F5-A9467ECD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17387-359C-4B30-82D1-6DCBF659F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Challenge 1: PCB Serialization to JSON</a:t>
            </a:r>
          </a:p>
          <a:p>
            <a:r>
              <a:rPr lang="en-US" sz="1400" dirty="0"/>
              <a:t>- Problem: No external JSON library allowed in C</a:t>
            </a:r>
          </a:p>
          <a:p>
            <a:r>
              <a:rPr lang="en-US" sz="1400" dirty="0"/>
              <a:t>- Solution: Wrote custom JSON serializer using </a:t>
            </a:r>
            <a:r>
              <a:rPr lang="en-US" sz="1400" dirty="0" err="1"/>
              <a:t>fprintf</a:t>
            </a:r>
            <a:r>
              <a:rPr lang="en-US" sz="1400" dirty="0"/>
              <a:t>()</a:t>
            </a:r>
          </a:p>
          <a:p>
            <a:r>
              <a:rPr lang="en-US" sz="1400" dirty="0"/>
              <a:t>- Manually formatted each field with proper JSON syntax</a:t>
            </a:r>
          </a:p>
          <a:p>
            <a:r>
              <a:rPr lang="en-US" sz="1400" dirty="0"/>
              <a:t>- Result: </a:t>
            </a:r>
            <a:r>
              <a:rPr lang="en-US" sz="1400" dirty="0" err="1"/>
              <a:t>pcb_snapshot.json</a:t>
            </a:r>
            <a:r>
              <a:rPr lang="en-US" sz="1400" dirty="0"/>
              <a:t> successfully read by Python</a:t>
            </a:r>
          </a:p>
          <a:p>
            <a:endParaRPr lang="en-US" sz="1400" dirty="0"/>
          </a:p>
          <a:p>
            <a:r>
              <a:rPr lang="en-US" sz="1400" dirty="0"/>
              <a:t>Challenge 2: Race Conditions in Thread Manager</a:t>
            </a:r>
          </a:p>
          <a:p>
            <a:r>
              <a:rPr lang="en-US" sz="1400" dirty="0"/>
              <a:t>- Problem: Shared counter gave wrong results without mutex</a:t>
            </a:r>
          </a:p>
          <a:p>
            <a:r>
              <a:rPr lang="en-US" sz="1400" dirty="0"/>
              <a:t>- Solution: Added </a:t>
            </a:r>
            <a:r>
              <a:rPr lang="en-US" sz="1400" dirty="0" err="1"/>
              <a:t>pthread_mutex_lock</a:t>
            </a:r>
            <a:r>
              <a:rPr lang="en-US" sz="1400" dirty="0"/>
              <a:t>/unlock around increment</a:t>
            </a:r>
          </a:p>
          <a:p>
            <a:r>
              <a:rPr lang="en-US" sz="1400" dirty="0"/>
              <a:t>- Demonstrated both versions with make race and make fixed</a:t>
            </a:r>
          </a:p>
          <a:p>
            <a:r>
              <a:rPr lang="en-US" sz="1400" dirty="0"/>
              <a:t>- Result: Counter always correct with mutex protection</a:t>
            </a:r>
          </a:p>
          <a:p>
            <a:endParaRPr lang="en-US" sz="1400" dirty="0"/>
          </a:p>
          <a:p>
            <a:r>
              <a:rPr lang="en-US" sz="1400" dirty="0"/>
              <a:t>Challenge 3: Python-C Integration</a:t>
            </a:r>
          </a:p>
          <a:p>
            <a:r>
              <a:rPr lang="en-US" sz="1400" dirty="0"/>
              <a:t>- Problem: Getting C binary output into Python scheduler</a:t>
            </a:r>
          </a:p>
          <a:p>
            <a:r>
              <a:rPr lang="en-US" sz="1400" dirty="0"/>
              <a:t>- Solution: Used </a:t>
            </a:r>
            <a:r>
              <a:rPr lang="en-US" sz="1400" dirty="0" err="1"/>
              <a:t>subprocess.Popen</a:t>
            </a:r>
            <a:r>
              <a:rPr lang="en-US" sz="1400" dirty="0"/>
              <a:t> to launch C binary</a:t>
            </a:r>
          </a:p>
          <a:p>
            <a:r>
              <a:rPr lang="en-US" sz="1400" dirty="0"/>
              <a:t>- Python reads </a:t>
            </a:r>
            <a:r>
              <a:rPr lang="en-US" sz="1400" dirty="0" err="1"/>
              <a:t>pcb_snapshot.json</a:t>
            </a:r>
            <a:r>
              <a:rPr lang="en-US" sz="1400" dirty="0"/>
              <a:t> written by C simulator</a:t>
            </a:r>
          </a:p>
          <a:p>
            <a:r>
              <a:rPr lang="en-US" sz="1400" dirty="0"/>
              <a:t>- Result: Seamless data flow between both components</a:t>
            </a:r>
          </a:p>
        </p:txBody>
      </p:sp>
    </p:spTree>
    <p:extLst>
      <p:ext uri="{BB962C8B-B14F-4D97-AF65-F5344CB8AC3E}">
        <p14:creationId xmlns:p14="http://schemas.microsoft.com/office/powerpoint/2010/main" val="310488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F9D2-5CA1-4C60-B000-6C9CCD48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384FA-B9B5-4240-B3EB-5086E5752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Repository URL:</a:t>
            </a:r>
          </a:p>
          <a:p>
            <a:r>
              <a:rPr lang="en-US" sz="1400" dirty="0"/>
              <a:t>https://github.com/saidimaggie04-bit/Operating-system-assignment1</a:t>
            </a:r>
          </a:p>
          <a:p>
            <a:endParaRPr lang="en-US" sz="1400" dirty="0"/>
          </a:p>
          <a:p>
            <a:r>
              <a:rPr lang="en-US" sz="1400" dirty="0"/>
              <a:t>Total Commits: 14+</a:t>
            </a:r>
          </a:p>
          <a:p>
            <a:endParaRPr lang="en-US" sz="1400" dirty="0"/>
          </a:p>
          <a:p>
            <a:r>
              <a:rPr lang="en-US" sz="1400" dirty="0"/>
              <a:t>Branching Strategy:</a:t>
            </a:r>
          </a:p>
          <a:p>
            <a:r>
              <a:rPr lang="en-US" sz="1400" dirty="0"/>
              <a:t>- Single main branch used throughout development</a:t>
            </a:r>
          </a:p>
          <a:p>
            <a:r>
              <a:rPr lang="en-US" sz="1400" dirty="0"/>
              <a:t>- Each commit represents a meaningful unit of work</a:t>
            </a:r>
          </a:p>
          <a:p>
            <a:endParaRPr lang="en-US" sz="1400" dirty="0"/>
          </a:p>
          <a:p>
            <a:r>
              <a:rPr lang="en-US" sz="1400" dirty="0"/>
              <a:t>Recent Commits (git log --</a:t>
            </a:r>
            <a:r>
              <a:rPr lang="en-US" sz="1400" dirty="0" err="1"/>
              <a:t>oneline</a:t>
            </a:r>
            <a:r>
              <a:rPr lang="en-US" sz="1400" dirty="0"/>
              <a:t>):</a:t>
            </a:r>
          </a:p>
          <a:p>
            <a:r>
              <a:rPr lang="en-US" sz="1400" dirty="0"/>
              <a:t>- Add simulation report - main controller running end to end</a:t>
            </a:r>
          </a:p>
          <a:p>
            <a:r>
              <a:rPr lang="en-US" sz="1400" dirty="0"/>
              <a:t>- Add simulator screenshots to docs</a:t>
            </a:r>
          </a:p>
          <a:p>
            <a:r>
              <a:rPr lang="en-US" sz="1400" dirty="0"/>
              <a:t>- Fix C core files: resolve compilation errors</a:t>
            </a:r>
          </a:p>
          <a:p>
            <a:r>
              <a:rPr lang="en-US" sz="1400" dirty="0"/>
              <a:t>- Add Gantt chart visualization module</a:t>
            </a:r>
          </a:p>
          <a:p>
            <a:r>
              <a:rPr lang="en-US" sz="1400" dirty="0"/>
              <a:t>- Add complete scheduler_sim.py with all 4 algorithms</a:t>
            </a:r>
          </a:p>
          <a:p>
            <a:r>
              <a:rPr lang="en-US" sz="1400" dirty="0"/>
              <a:t>- Add main_controller.py with C-Python integration</a:t>
            </a:r>
          </a:p>
          <a:p>
            <a:r>
              <a:rPr lang="en-US" sz="1400" dirty="0"/>
              <a:t>- Fix sample_processes.csv with proper process data</a:t>
            </a:r>
          </a:p>
          <a:p>
            <a:r>
              <a:rPr lang="en-US" sz="1400" dirty="0"/>
              <a:t>- Add Python scheduler: FCFS, SJF, Priority, Round Robin</a:t>
            </a:r>
          </a:p>
          <a:p>
            <a:r>
              <a:rPr lang="en-US" sz="1400" dirty="0"/>
              <a:t>- Add C core files: PCB, process manager, thread manager</a:t>
            </a:r>
          </a:p>
          <a:p>
            <a:r>
              <a:rPr lang="en-US" sz="1400" dirty="0"/>
              <a:t>- Add .</a:t>
            </a:r>
            <a:r>
              <a:rPr lang="en-US" sz="1400" dirty="0" err="1"/>
              <a:t>gitignore</a:t>
            </a:r>
            <a:r>
              <a:rPr lang="en-US" sz="1400" dirty="0"/>
              <a:t> file</a:t>
            </a:r>
          </a:p>
          <a:p>
            <a:r>
              <a:rPr lang="en-US" sz="1400" dirty="0"/>
              <a:t>- Initial 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29442193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</TotalTime>
  <Words>1105</Words>
  <Application>Microsoft Office PowerPoint</Application>
  <PresentationFormat>Widescreen</PresentationFormat>
  <Paragraphs>180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EduOS operating system simulator </vt:lpstr>
      <vt:lpstr>ABSTRACT</vt:lpstr>
      <vt:lpstr>DESIGN DECISIONS</vt:lpstr>
      <vt:lpstr>SYLLABUS MAPPING TABLE</vt:lpstr>
      <vt:lpstr>SCHEDULING RESULTS AND ANALYSIS</vt:lpstr>
      <vt:lpstr>THREADING ISSUES ENCOUTERED</vt:lpstr>
      <vt:lpstr>C vs PYTHON LESSONS LEARNED</vt:lpstr>
      <vt:lpstr>CHALLENGES AND SOLUTIONS</vt:lpstr>
      <vt:lpstr>GITHUB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EduOS operating system simulator</dc:title>
  <dc:creator>USER</dc:creator>
  <cp:lastModifiedBy>USER</cp:lastModifiedBy>
  <cp:revision>1</cp:revision>
  <dcterms:created xsi:type="dcterms:W3CDTF">2026-05-24T05:37:10Z</dcterms:created>
  <dcterms:modified xsi:type="dcterms:W3CDTF">2026-05-24T05:55:46Z</dcterms:modified>
</cp:coreProperties>
</file>